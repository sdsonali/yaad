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PRODUCT STRATEGY — GOOGLE PHOTOS · CORE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A4A"/>
                </a:solidFill>
                <a:latin typeface="Calibri"/>
              </a:rPr>
              <a:t>TOPIC SEARCH RETURNS ONE PILE — PHOTOS, PAPERS,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430"/>
                </a:solidFill>
                <a:latin typeface="Calibri"/>
              </a:rPr>
              <a:t>People search a life topic they still remember. Photos answers with one undifferentiated grid. The intended item can sit in the set while they evaluate the wrong kind.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Raise successful evaluation of topic-search results by separating personal photos, documents, and screenshots — not by asking for a better keyword.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3657600" cy="1371600"/>
          </a:xfrm>
          <a:prstGeom prst="roundRect">
            <a:avLst/>
          </a:prstGeom>
          <a:solidFill>
            <a:srgbClr val="ED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Coarse life-topic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931920"/>
            <a:ext cx="3657600" cy="1371600"/>
          </a:xfrm>
          <a:prstGeom prst="roundRect">
            <a:avLst/>
          </a:prstGeom>
          <a:solidFill>
            <a:srgbClr val="E4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4069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LEVER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480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Type mix / visual evaluation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931920"/>
            <a:ext cx="3657600" cy="1371600"/>
          </a:xfrm>
          <a:prstGeom prst="roundRect">
            <a:avLst/>
          </a:prstGeom>
          <a:solidFill>
            <a:srgbClr val="ED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069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480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Query rewrite, delete, father-only People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Live app https://REPLACE_ME.streamlit.app/  ·  Notes survey/interview_notes.md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Product Manager, Core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THE LEAK IS EVALUATION — THE ITEM MAY ALREADY BE IN THE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North star: share of topic-search sessions where the user can confirm the intended kind of item.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74519"/>
            <a:ext cx="1874519" cy="731520"/>
          </a:xfrm>
          <a:prstGeom prst="roundRect">
            <a:avLst/>
          </a:prstGeom>
          <a:solidFill>
            <a:srgbClr val="2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874519"/>
            <a:ext cx="1874519" cy="731520"/>
          </a:xfrm>
          <a:prstGeom prst="roundRect">
            <a:avLst/>
          </a:prstGeom>
          <a:solidFill>
            <a:srgbClr val="2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74519"/>
            <a:ext cx="1874519" cy="731520"/>
          </a:xfrm>
          <a:prstGeom prst="roundRect">
            <a:avLst/>
          </a:prstGeom>
          <a:solidFill>
            <a:srgbClr val="2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Interpret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1874519" cy="7315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RELEVANCE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74519"/>
            <a:ext cx="1874519" cy="7315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EVALUATE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5560" y="1874519"/>
            <a:ext cx="1874519" cy="731520"/>
          </a:xfrm>
          <a:prstGeom prst="roundRect">
            <a:avLst/>
          </a:prstGeom>
          <a:solidFill>
            <a:srgbClr val="2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011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Recall — they have a topic: college, a trip, “that certificate.”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5584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Query formulation — they can type the topic. Not the hero failure.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2277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Relevance — search mixes camera photos, screenshots, and documents that share the topic word. TARGET.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970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Evaluate — certificates look like “college”; they cannot pick the memory. TARGET.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56631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Refine — they scroll, open Files, or leave. Intelligence belongs in typing the grid, not rewriting the box.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IN: large libraries, topic search. OUT: crash, storage, People-tab only, auto-delete.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Product Manager, Core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THE ENGINE COMPARES FUNNEL FAILURES — IT DOES NOT SCORE SENTIMENT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577840" cy="4572000"/>
          </a:xfrm>
          <a:prstGeom prst="roundRect">
            <a:avLst/>
          </a:prstGeom>
          <a:solidFill>
            <a:srgbClr val="E4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Play · App Store · Reddit · YouTube
→ filter: retrieval + topic / mixed-kind talk (drop crash/storage-only)
→ tag: funnel stage, memory type, anchors, workaround, severity
→ matrix for the deck
→ live Q&amp;A over tagged items (TF-IDF + counts)
Worked question: “when do certificates show up in photo search?”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4572000"/>
          </a:xfrm>
          <a:prstGeom prst="roundRect">
            <a:avLst/>
          </a:prstGeom>
          <a:solidFill>
            <a:srgbClr val="ED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CLICK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1. Open live app → Discovery.
2. Theme chip or type a PM question.
3. Read findings tied to tagged fields.
4. Compare funnel × memory-type table.
Gold n = 156.
Sources: {'app_store': 24, 'google_support_community': 1, 'play_store': 98, 'reddit': 8, 'youtube': 25}
query formulation leads failure-stage mentions (87.2%). Functional/utility vs episodic compared in the matrix.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Product Manager, Core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Calibri"/>
              </a:rPr>
              <a:t>CORPUS RANKS STAGES — INTERVIEWS LOCK THE TYPE-MIX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query formulation leads failure-stage mentions (87.2%). Functional/utility vs episodic compared in the matrix.</a:t>
            </a:r>
          </a:p>
        </p:txBody>
      </p:sp>
      <p:pic>
        <p:nvPicPr>
          <p:cNvPr id="5" name="Picture 4" descr="funnel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731520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5544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Memory types
unclear: 52.6%
functional_utility: 30.8%
people_anchored: 10.9%
temporal_only: 4.5%
emotional_episodic: 1.3%
Hero IN: type-blind topic grids.
Caveat: reviews under-index silent scroll. Interviews are a second layer — not averaged. No invented lift 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Product Manager, Core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RITU AND SWATI LOCK THE JOB — RAHUL AND AKSHAY ARE NAMED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2468880"/>
          </a:xfrm>
          <a:prstGeom prst="roundRect">
            <a:avLst/>
          </a:prstGeom>
          <a:solidFill>
            <a:srgbClr val="E4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Ritu —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Searched college photos. The same grid returned certificates. She could not evaluate which tiles were memories.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657600" cy="2468880"/>
          </a:xfrm>
          <a:prstGeom prst="roundRect">
            <a:avLst/>
          </a:prstGeom>
          <a:solidFill>
            <a:srgbClr val="ED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Swati —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Wants personal photos, documents, and screenshots sequenced or separated — not one mixed dump.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657600" cy="2468880"/>
          </a:xfrm>
          <a:prstGeom prst="roundRect">
            <a:avLst/>
          </a:prstGeom>
          <a:solidFill>
            <a:srgbClr val="E4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Named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Rahul: father-only People search (not generic search; do not demo a deceased parent). Akshay: auto-delete unused photos — cleanup, off metric.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Method: 30–40 min critical-incident reconstruction. First names only. Directional n. Full notes in the repo. Two evidence layers — corpus % is not interview 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Product Manager, Core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RESEARCH CONFIRMS TYPE-BLIND GRIDS — AND KILLS THE WRONG FIXES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486400" cy="4663440"/>
          </a:xfrm>
          <a:prstGeom prst="roundRect">
            <a:avLst/>
          </a:prstGeom>
          <a:solidFill>
            <a:srgbClr val="E4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CONFIRMED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• They can name the topic.
• Photos mixes memories with papers and screenshots.
• The right tile can be present and still unusable.
• They want kinds sequenced or separated.
• Workarounds: scroll, Files, leave.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486400" cy="4663440"/>
          </a:xfrm>
          <a:prstGeom prst="roundRect">
            <a:avLst/>
          </a:prstGeom>
          <a:solidFill>
            <a:srgbClr val="ED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KILLED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• Killed as hero: query formulation / smarter keywords.
• Killed: date picker as clarifying UI.
• Killed: Rahul — People-tab / father-only.
• Killed: Akshay — auto-delete unused photos.
• Corpus % ≠ interview n. Never merged. No fake lift.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Product Manager, Core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ONE GRID CANNOT CARRY THREE KINDS OF “COLLEGE”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749039" cy="2011680"/>
          </a:xfrm>
          <a:prstGeom prst="roundRect">
            <a:avLst/>
          </a:prstGeom>
          <a:solidFill>
            <a:srgbClr val="ED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SEGMENT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Large, multi-year libraries. Topic search, not filename 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43000"/>
            <a:ext cx="3749039" cy="2011680"/>
          </a:xfrm>
          <a:prstGeom prst="roundRect">
            <a:avLst/>
          </a:prstGeom>
          <a:solidFill>
            <a:srgbClr val="E4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916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“College photos” returns memories + certificates + screenshots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143000"/>
            <a:ext cx="3749039" cy="2011680"/>
          </a:xfrm>
          <a:prstGeom prst="roundRect">
            <a:avLst/>
          </a:prstGeom>
          <a:solidFill>
            <a:srgbClr val="ED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916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Visual evaluation + type-relevant ranking.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337560"/>
            <a:ext cx="3749039" cy="2011680"/>
          </a:xfrm>
          <a:prstGeom prst="roundRect">
            <a:avLst/>
          </a:prstGeom>
          <a:solidFill>
            <a:srgbClr val="ED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ROOT 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862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Topic words are shared across kinds. The product does not type the grid.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337560"/>
            <a:ext cx="3749039" cy="2011680"/>
          </a:xfrm>
          <a:prstGeom prst="roundRect">
            <a:avLst/>
          </a:prstGeom>
          <a:solidFill>
            <a:srgbClr val="E4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474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WORKAROUNDS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8862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Scroll past papers, open Files, ask someone.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3337560"/>
            <a:ext cx="3749039" cy="2011680"/>
          </a:xfrm>
          <a:prstGeom prst="roundRect">
            <a:avLst/>
          </a:prstGeom>
          <a:solidFill>
            <a:srgbClr val="ED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474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8862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Topic search stays the default. Photos remains the archive, not chat apps.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Metric → funnel (relevance + evaluate) → Ritu/Swati → this problem. Not “search is hard.”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Product Manager, Core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ASK KIND ONCE — THEN SHOW A TYPED GRID. NOT A CHATBOT.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5760720" cy="4754880"/>
          </a:xfrm>
          <a:prstGeom prst="roundRect">
            <a:avLst/>
          </a:prstGeom>
          <a:solidFill>
            <a:srgbClr val="E4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MVP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1. Dump a coarse topic (college photos).
2. If results mix kinds, ask: memory vs saved to use later (document/screenshot).
3. Cap at two turns (optional document vs screenshot).
4. Show a typed thumbnail grid: personal / document / screenshot.
5. None of these → different kind.
College mixed-results card is the hero task. Demo library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097280"/>
            <a:ext cx="5394960" cy="4754880"/>
          </a:xfrm>
          <a:prstGeom prst="roundRect">
            <a:avLst/>
          </a:prstGeom>
          <a:solidFill>
            <a:srgbClr val="ED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7A"/>
                </a:solidFill>
                <a:latin typeface="Calibri"/>
              </a:rPr>
              <a:t>PART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n=3 prompt cards (college memories, college certificate, saved screenshot).
Found in top 5: 3  miss: 0
Log: original query, clarifying turns, success/fail.
No lift % invented.
Not built: Google login, date picker, open chat, auto-delete, father-only filter.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Product Manager, Core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MEASURE WHETHER THEY CAN EVALUATE KIND — NOT QUERY REWRITE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North star — Topic-search evaluation success: in-scope sessions that end in a confirmed find of the intended kind.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Leading — Type-mix ask rate: share of sessions whose first grid mixed personal / document / screenshot.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Leading — Success after kind answer: memory vs saved-for-later actually changes the usable 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Diagnostic — Wrong-kind selects (certificate when they wanted photos).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Diagnostic — Question rated helpful vs annoying (Part 6 free text).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Guardrail — Precise keyword search must not regress; no auto-delete; demo library only (privacy).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Product Manager, Core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A TYPED DEMO GRID CAN LOOK SOLVED AND STILL FAIL IN PHOTOS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Demo cheating — small set. Mitigation: keep utility library + college memories and certificates that share topic words; report miss 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Date-shaped questions sneak back — wrong lock. Mitigation: scripted type-mix questions only; no date picker.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Looks like ChatGPT-on-search — Creativity collapse. Mitigation: two-turn cap, no open chat, typed grid is the 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Scope creep to People or delete — Rahul/Akshay. Mitigation: named OUT in docs and deck.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Privacy — testers will not use a real account. Mitigation: bundled demo library; production stays inside Photos.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Product Manager, Core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